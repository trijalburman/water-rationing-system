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264" r:id="rId2"/>
    <p:sldId id="265" r:id="rId3"/>
    <p:sldId id="266" r:id="rId4"/>
    <p:sldId id="267" r:id="rId5"/>
    <p:sldId id="268" r:id="rId6"/>
  </p:sldIdLst>
  <p:sldSz cx="9144000" cy="5143500" type="screen16x9"/>
  <p:notesSz cx="6881813" cy="9296400"/>
  <p:defaultTextStyle>
    <a:defPPr>
      <a:defRPr lang="en-US"/>
    </a:defPPr>
    <a:lvl1pPr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F00"/>
    <a:srgbClr val="969696"/>
    <a:srgbClr val="C0C0C0"/>
    <a:srgbClr val="EE2E24"/>
    <a:srgbClr val="EE2C2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719" autoAdjust="0"/>
  </p:normalViewPr>
  <p:slideViewPr>
    <p:cSldViewPr snapToGrid="0">
      <p:cViewPr varScale="1">
        <p:scale>
          <a:sx n="150" d="100"/>
          <a:sy n="150" d="100"/>
        </p:scale>
        <p:origin x="222" y="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330" y="0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29202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330" y="8829202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fld id="{62544911-7972-461D-9CFB-67E6417998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01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330" y="0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2900" y="696913"/>
            <a:ext cx="619601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841" y="4415453"/>
            <a:ext cx="5506134" cy="418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29202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330" y="8829202"/>
            <a:ext cx="2981778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fld id="{5F175A69-64E8-4A05-8A2C-3D4486AC7B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961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Stock_000017360118_XXXLarge_ppt 100 3in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" y="2390651"/>
            <a:ext cx="9144000" cy="2761488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32996" y="311007"/>
            <a:ext cx="5201161" cy="1805571"/>
          </a:xfrm>
        </p:spPr>
        <p:txBody>
          <a:bodyPr anchor="ctr" anchorCtr="0"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29514" y="2625451"/>
            <a:ext cx="4634428" cy="390867"/>
          </a:xfrm>
        </p:spPr>
        <p:txBody>
          <a:bodyPr anchor="ctr" anchorCtr="0"/>
          <a:lstStyle>
            <a:lvl1pPr marL="0" indent="0">
              <a:buFont typeface="Wingdings" pitchFamily="-65" charset="2"/>
              <a:buNone/>
              <a:defRPr sz="2400" b="1"/>
            </a:lvl1pPr>
          </a:lstStyle>
          <a:p>
            <a:r>
              <a:rPr lang="en-US" dirty="0"/>
              <a:t>Presenter Name: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0" y="1"/>
            <a:ext cx="644526" cy="5166178"/>
          </a:xfrm>
          <a:prstGeom prst="rect">
            <a:avLst/>
          </a:prstGeom>
          <a:solidFill>
            <a:srgbClr val="EE2E2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29514" y="3077343"/>
            <a:ext cx="4634427" cy="428625"/>
          </a:xfrm>
        </p:spPr>
        <p:txBody>
          <a:bodyPr anchor="ctr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Date: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940150" y="3559905"/>
            <a:ext cx="4634427" cy="318197"/>
          </a:xfrm>
        </p:spPr>
        <p:txBody>
          <a:bodyPr anchor="ctr" anchorCtr="0"/>
          <a:lstStyle>
            <a:lvl1pPr marL="0" indent="0">
              <a:buNone/>
              <a:defRPr sz="14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Data Classification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259" y="282808"/>
            <a:ext cx="6981488" cy="6679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514" y="1333500"/>
            <a:ext cx="7965823" cy="3341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259" y="282808"/>
            <a:ext cx="6981488" cy="6679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25514" y="1333500"/>
            <a:ext cx="3751261" cy="32695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895850" y="1333132"/>
            <a:ext cx="3995739" cy="32699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87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3259" y="1189101"/>
            <a:ext cx="7944516" cy="2206752"/>
          </a:xfrm>
        </p:spPr>
        <p:txBody>
          <a:bodyPr anchor="t" anchorCtr="0">
            <a:normAutofit/>
          </a:bodyPr>
          <a:lstStyle>
            <a:lvl1pPr>
              <a:defRPr sz="4000" b="0"/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63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45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7"/>
          <p:cNvSpPr>
            <a:spLocks noChangeArrowheads="1"/>
          </p:cNvSpPr>
          <p:nvPr/>
        </p:nvSpPr>
        <p:spPr bwMode="ltGray">
          <a:xfrm>
            <a:off x="0" y="-1"/>
            <a:ext cx="644526" cy="5143501"/>
          </a:xfrm>
          <a:prstGeom prst="rect">
            <a:avLst/>
          </a:prstGeom>
          <a:solidFill>
            <a:srgbClr val="EE2E2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23259" y="282808"/>
            <a:ext cx="6993520" cy="66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5514" y="1333500"/>
            <a:ext cx="7965823" cy="3341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Department of Electronics and Telecommunication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hf hd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31775" indent="-231775" algn="l" rtl="0" eaLnBrk="1" fontAlgn="base" hangingPunct="1">
        <a:spcBef>
          <a:spcPct val="35000"/>
        </a:spcBef>
        <a:spcAft>
          <a:spcPct val="0"/>
        </a:spcAft>
        <a:buClr>
          <a:srgbClr val="EE2E24"/>
        </a:buClr>
        <a:buFont typeface="Wingdings" pitchFamily="-65" charset="2"/>
        <a:buChar char="§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3363" algn="l" rtl="0" eaLnBrk="1" fontAlgn="base" hangingPunct="1">
        <a:spcBef>
          <a:spcPct val="35000"/>
        </a:spcBef>
        <a:spcAft>
          <a:spcPct val="0"/>
        </a:spcAft>
        <a:buClr>
          <a:srgbClr val="EE2E24"/>
        </a:buClr>
        <a:buFont typeface="Arial" charset="0"/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863600" indent="-169863" algn="l" rtl="0" eaLnBrk="1" fontAlgn="base" hangingPunct="1">
        <a:spcBef>
          <a:spcPct val="35000"/>
        </a:spcBef>
        <a:spcAft>
          <a:spcPct val="0"/>
        </a:spcAft>
        <a:buClr>
          <a:srgbClr val="EE2E24"/>
        </a:buClr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146175" indent="-168275" algn="l" rtl="0" eaLnBrk="1" fontAlgn="base" hangingPunct="1">
        <a:spcBef>
          <a:spcPct val="35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cs typeface="+mn-cs"/>
        </a:defRPr>
      </a:lvl4pPr>
      <a:lvl5pPr marL="14414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5pPr>
      <a:lvl6pPr marL="18986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6pPr>
      <a:lvl7pPr marL="23558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7pPr>
      <a:lvl8pPr marL="28130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8pPr>
      <a:lvl9pPr marL="32702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 txBox="1">
            <a:spLocks/>
          </p:cNvSpPr>
          <p:nvPr/>
        </p:nvSpPr>
        <p:spPr>
          <a:xfrm>
            <a:off x="777766" y="4868863"/>
            <a:ext cx="8064084" cy="27463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140A"/>
              </a:buClr>
              <a:buSzTx/>
              <a:buFont typeface="Wingdings" pitchFamily="-65" charset="2"/>
              <a:buNone/>
              <a:tabLst/>
              <a:defRPr/>
            </a:pPr>
            <a:r>
              <a:rPr lang="en-US" sz="800" dirty="0"/>
              <a:t>Final Year BT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ech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E&amp;TC Progress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Review (II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) : 2023-27                                                                                                                                                       Semester: VII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F5F148-6268-05F3-F948-86307AB75A02}"/>
              </a:ext>
            </a:extLst>
          </p:cNvPr>
          <p:cNvSpPr txBox="1"/>
          <p:nvPr/>
        </p:nvSpPr>
        <p:spPr>
          <a:xfrm>
            <a:off x="638503" y="349498"/>
            <a:ext cx="1757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Project Title:</a:t>
            </a:r>
            <a:endParaRPr lang="en-IN" sz="2000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B97CA94-E972-64A0-BC70-0947AED43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297566"/>
              </p:ext>
            </p:extLst>
          </p:nvPr>
        </p:nvGraphicFramePr>
        <p:xfrm>
          <a:off x="1359775" y="2375820"/>
          <a:ext cx="6096000" cy="149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3990823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56818709"/>
                    </a:ext>
                  </a:extLst>
                </a:gridCol>
              </a:tblGrid>
              <a:tr h="298397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PRN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712334"/>
                  </a:ext>
                </a:extLst>
              </a:tr>
              <a:tr h="298397"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2309"/>
                  </a:ext>
                </a:extLst>
              </a:tr>
              <a:tr h="298397"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879336"/>
                  </a:ext>
                </a:extLst>
              </a:tr>
              <a:tr h="298397"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295126"/>
                  </a:ext>
                </a:extLst>
              </a:tr>
              <a:tr h="298397">
                <a:tc>
                  <a:txBody>
                    <a:bodyPr/>
                    <a:lstStyle/>
                    <a:p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38785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37F149E-0ACD-3BFE-9621-331FEFBBCF98}"/>
              </a:ext>
            </a:extLst>
          </p:cNvPr>
          <p:cNvSpPr txBox="1"/>
          <p:nvPr/>
        </p:nvSpPr>
        <p:spPr>
          <a:xfrm>
            <a:off x="638503" y="1841598"/>
            <a:ext cx="13584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Group No.- </a:t>
            </a:r>
            <a:endParaRPr lang="en-IN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9A6153-5151-FF79-F0A8-21FC3519AA27}"/>
              </a:ext>
            </a:extLst>
          </p:cNvPr>
          <p:cNvSpPr txBox="1"/>
          <p:nvPr/>
        </p:nvSpPr>
        <p:spPr>
          <a:xfrm>
            <a:off x="638502" y="4183668"/>
            <a:ext cx="1978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Guide Name: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329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260773" y="4781443"/>
            <a:ext cx="764166" cy="268359"/>
          </a:xfrm>
        </p:spPr>
        <p:txBody>
          <a:bodyPr/>
          <a:lstStyle/>
          <a:p>
            <a:r>
              <a:rPr lang="en-US" dirty="0"/>
              <a:t>Slide #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1A48A-3779-DD74-A0DF-DC899527AB78}"/>
              </a:ext>
            </a:extLst>
          </p:cNvPr>
          <p:cNvSpPr txBox="1"/>
          <p:nvPr/>
        </p:nvSpPr>
        <p:spPr>
          <a:xfrm>
            <a:off x="610204" y="1363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Introduction </a:t>
            </a:r>
          </a:p>
        </p:txBody>
      </p:sp>
    </p:spTree>
    <p:extLst>
      <p:ext uri="{BB962C8B-B14F-4D97-AF65-F5344CB8AC3E}">
        <p14:creationId xmlns:p14="http://schemas.microsoft.com/office/powerpoint/2010/main" val="412811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0AC29-930F-591F-D6FA-5DE1E1365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2B854-5B23-44A3-017C-2EF0A3CC1772}"/>
              </a:ext>
            </a:extLst>
          </p:cNvPr>
          <p:cNvSpPr txBox="1"/>
          <p:nvPr/>
        </p:nvSpPr>
        <p:spPr>
          <a:xfrm>
            <a:off x="725214" y="135899"/>
            <a:ext cx="2913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Arial" panose="020B0604020202020204" pitchFamily="34" charset="0"/>
              </a:rPr>
              <a:t>Project Progress till date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1163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637E3-3082-0056-67BF-EA07ADCEC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55077-5CFF-9905-4FA5-A94E62651ED0}"/>
              </a:ext>
            </a:extLst>
          </p:cNvPr>
          <p:cNvSpPr txBox="1"/>
          <p:nvPr/>
        </p:nvSpPr>
        <p:spPr>
          <a:xfrm>
            <a:off x="679550" y="175173"/>
            <a:ext cx="4228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Methodology overview with time line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69222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85866-C3D7-488B-FB8B-0FE4C7121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14E11B-4D78-271A-35A0-09BFE16A76FF}"/>
              </a:ext>
            </a:extLst>
          </p:cNvPr>
          <p:cNvSpPr txBox="1"/>
          <p:nvPr/>
        </p:nvSpPr>
        <p:spPr>
          <a:xfrm>
            <a:off x="761998" y="188451"/>
            <a:ext cx="1487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Arial" panose="020B0604020202020204" pitchFamily="34" charset="0"/>
              </a:rPr>
              <a:t>References 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08095449"/>
      </p:ext>
    </p:extLst>
  </p:cSld>
  <p:clrMapOvr>
    <a:masterClrMapping/>
  </p:clrMapOvr>
</p:sld>
</file>

<file path=ppt/theme/theme1.xml><?xml version="1.0" encoding="utf-8"?>
<a:theme xmlns:a="http://schemas.openxmlformats.org/drawingml/2006/main" name="Cummins Corporate 3_100 dpi">
  <a:themeElements>
    <a:clrScheme name="Custom Design 14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EE2E24"/>
      </a:accent1>
      <a:accent2>
        <a:srgbClr val="5F5F5F"/>
      </a:accent2>
      <a:accent3>
        <a:srgbClr val="FFFFFF"/>
      </a:accent3>
      <a:accent4>
        <a:srgbClr val="000000"/>
      </a:accent4>
      <a:accent5>
        <a:srgbClr val="F5ADAC"/>
      </a:accent5>
      <a:accent6>
        <a:srgbClr val="555555"/>
      </a:accent6>
      <a:hlink>
        <a:srgbClr val="C0C0C0"/>
      </a:hlink>
      <a:folHlink>
        <a:srgbClr val="CC33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12700" cap="flat" cmpd="sng" algn="ctr">
          <a:solidFill>
            <a:srgbClr val="EE2E24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91440" rIns="91440" bIns="91440" numCol="1" anchor="ctr" anchorCtr="0" compatLnSpc="1">
        <a:prstTxWarp prst="textNoShape">
          <a:avLst/>
        </a:prstTxWarp>
      </a:bodyPr>
      <a:lstStyle>
        <a:defPPr marL="231775" marR="0" indent="-231775" algn="r" defTabSz="914400" rtl="0" eaLnBrk="1" fontAlgn="base" latinLnBrk="0" hangingPunct="1">
          <a:lnSpc>
            <a:spcPct val="100000"/>
          </a:lnSpc>
          <a:spcBef>
            <a:spcPct val="35000"/>
          </a:spcBef>
          <a:spcAft>
            <a:spcPct val="0"/>
          </a:spcAft>
          <a:buClr>
            <a:srgbClr val="FF140A"/>
          </a:buClr>
          <a:buSzTx/>
          <a:buFont typeface="Wingdings" pitchFamily="-65" charset="2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12700" cap="flat" cmpd="sng" algn="ctr">
          <a:solidFill>
            <a:srgbClr val="EE2E24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91440" rIns="91440" bIns="91440" numCol="1" anchor="ctr" anchorCtr="0" compatLnSpc="1">
        <a:prstTxWarp prst="textNoShape">
          <a:avLst/>
        </a:prstTxWarp>
      </a:bodyPr>
      <a:lstStyle>
        <a:defPPr marL="231775" marR="0" indent="-231775" algn="r" defTabSz="914400" rtl="0" eaLnBrk="1" fontAlgn="base" latinLnBrk="0" hangingPunct="1">
          <a:lnSpc>
            <a:spcPct val="100000"/>
          </a:lnSpc>
          <a:spcBef>
            <a:spcPct val="35000"/>
          </a:spcBef>
          <a:spcAft>
            <a:spcPct val="0"/>
          </a:spcAft>
          <a:buClr>
            <a:srgbClr val="FF140A"/>
          </a:buClr>
          <a:buSzTx/>
          <a:buFont typeface="Wingdings" pitchFamily="-65" charset="2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EE2E24"/>
        </a:accent1>
        <a:accent2>
          <a:srgbClr val="0066CC"/>
        </a:accent2>
        <a:accent3>
          <a:srgbClr val="FFFFFF"/>
        </a:accent3>
        <a:accent4>
          <a:srgbClr val="000000"/>
        </a:accent4>
        <a:accent5>
          <a:srgbClr val="F5ADAC"/>
        </a:accent5>
        <a:accent6>
          <a:srgbClr val="005CB9"/>
        </a:accent6>
        <a:hlink>
          <a:srgbClr val="FA9900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EE2E24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5ADAC"/>
        </a:accent5>
        <a:accent6>
          <a:srgbClr val="555555"/>
        </a:accent6>
        <a:hlink>
          <a:srgbClr val="C0C0C0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496AB529-0EF3-40F1-8730-CDEAA205FAC9}" vid="{BA0C11BB-D4BF-495C-B23D-BB431CB4857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Cummins Corporate</Template>
  <TotalTime>356</TotalTime>
  <Words>47</Words>
  <Application>Microsoft Office PowerPoint</Application>
  <PresentationFormat>On-screen Show (16:9)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Wingdings</vt:lpstr>
      <vt:lpstr>Cummins Corporate 3_100 dpi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Cummins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Pickup Unit</dc:title>
  <dc:creator>Tanaya Tavade</dc:creator>
  <cp:lastModifiedBy>Paresh Nasikkar</cp:lastModifiedBy>
  <cp:revision>94</cp:revision>
  <cp:lastPrinted>2014-07-02T14:37:49Z</cp:lastPrinted>
  <dcterms:created xsi:type="dcterms:W3CDTF">2017-01-16T03:08:26Z</dcterms:created>
  <dcterms:modified xsi:type="dcterms:W3CDTF">2026-09-18T09:03:39Z</dcterms:modified>
</cp:coreProperties>
</file>